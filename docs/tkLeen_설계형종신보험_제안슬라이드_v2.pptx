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060704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PROPOSAL · 2026-09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보장을 계약자가 그리는 </a:t>
            </a:r>
            <a:pPr indent="0" marL="0">
              <a:buNone/>
            </a:pPr>
            <a:r>
              <a:rPr lang="en-US" sz="4000" b="1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종신보험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설계형 종신보험(생애 재설계형) 제안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정기 블록 조합 · 계약자 보장 경로 설계 · 해지 대신 재설계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6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보험·금융 실무를 위한 AI 워크플로우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선택의 주체가 회사에서 계약자로 이동한다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보장을 선택하고 보험료가 정해지는 과정: 현행과 설계형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 / 21</a:t>
            </a:r>
            <a:endParaRPr lang="en-US" sz="900" dirty="0"/>
          </a:p>
        </p:txBody>
      </p:sp>
      <p:pic>
        <p:nvPicPr>
          <p:cNvPr id="9" name="Image 1" descr="fig/A_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84" y="1737360"/>
            <a:ext cx="8642985" cy="4160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회사가 정한 보험금에 계약자가 보험료를 맞추던 구조가, 계약자가 정한 예산에 보험금 경로를 맞추는 구조로 바뀐다.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관점에서 무엇이 달라지는가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3 / 21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4690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계약자 관점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현행 종신보험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설계형 종신보험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회사가 정한 상품과 가입금액(평준·체증·체감 중 택일)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연령별 보험금 경로 그 자체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보험료 결정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선택의 결과로 사후에 정해진다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예산을 먼저 정하고 경로를 맞춘다. 경로 조정 즉시 재산출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필요와의 일치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자녀 독립·부채 만기 등 생애 사건과 무관하게 일정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필요가 큰 시기에 두껍게, 줄어드는 시기에 얇게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중도 변경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해지·감액·신규 가입. 사업비 손실과 재심사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준비금과 미래 보험료를 예산으로 재설계. 신계약비 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정보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상품별 예시표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예산의 대안(평준형·종신+정기·설계형)을 한 화면에서 비교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LIFECYCLE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계약자의 생애와 보장 경로: 필요할 때 두껍게, 필요가 줄면 얇게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4 / 21</a:t>
            </a:r>
            <a:endParaRPr lang="en-US" sz="900" dirty="0"/>
          </a:p>
        </p:txBody>
      </p:sp>
      <p:pic>
        <p:nvPicPr>
          <p:cNvPr id="8" name="Image 1" descr="fig/B_lif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71" y="1737360"/>
            <a:ext cx="832301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평준형 종신은 자녀가 어릴 때 부족하고 독립 후 과잉이 되기 쉽다. 설계형은 단체보험 기간은 낮게, 막내 자녀 독립까지 높게, 퇴직 이후 낮게 그린다.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BUDGET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예산, 다른 경로: 보험료 슬라이더가 가능한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5 / 21</a:t>
            </a:r>
            <a:endParaRPr lang="en-US" sz="900" dirty="0"/>
          </a:p>
        </p:txBody>
      </p:sp>
      <p:pic>
        <p:nvPicPr>
          <p:cNvPr id="8" name="Image 1" descr="fig/C_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65" y="1737360"/>
            <a:ext cx="9980822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212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납입기간 연금현가 ä가 고정이므로 경로를 비례 조정하면 보험료는 선형으로 움직인다. 월 보험료를 정하면 실현 가능한 경로가 즉시 나오고, 경로를 편집하면 보험료가 즉시 다시 계산된다.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MECHANISM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블록이 보험료가 되는 과정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연령별 1년 정기 블록 → 현가 합산 → 평준화. 체증형·체감형·유니버설의 일반화이며 계리 이론상 새로운 것은 없다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6 / 21</a:t>
            </a:r>
            <a:endParaRPr lang="en-US" sz="900" dirty="0"/>
          </a:p>
        </p:txBody>
      </p:sp>
      <p:pic>
        <p:nvPicPr>
          <p:cNvPr id="9" name="Image 1" descr="fig/D_bl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46" y="1737360"/>
            <a:ext cx="8343460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84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Σₜ₌₀¹⁰⁹⁻ˣ vᵗ⁺¹ · ₜpₓ · qₓ₊ₜ · Sₓ₊ₜ  ⁄  äₓ:ₙ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 대신 재설계: 준비금과 미래 보험료가 곧 예산이다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7 / 21</a:t>
            </a:r>
            <a:endParaRPr lang="en-US" sz="900" dirty="0"/>
          </a:p>
        </p:txBody>
      </p:sp>
      <p:pic>
        <p:nvPicPr>
          <p:cNvPr id="8" name="Image 1" descr="fig/E_re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65" y="1737360"/>
            <a:ext cx="9582823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감액·감액완납·연장정기는 모두 이 등식의 특수해이다. 설계형은 특수해를 일반해로 바꾸어 해지되었을 계약을 축소된 형태로 유지하고, 기존 종신보험 보유고객을 흡수하는 통로가 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앱: 계약자가 직접 그리고 즉시 확인한다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→ 경로 편집 → 검증 → 산출 → 대안 비교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8 / 21</a:t>
            </a:r>
            <a:endParaRPr lang="en-US" sz="900" dirty="0"/>
          </a:p>
        </p:txBody>
      </p:sp>
      <p:pic>
        <p:nvPicPr>
          <p:cNvPr id="9" name="Image 1" descr="fig/F_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352" y="1737360"/>
            <a:ext cx="8314248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보험사가 얻는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9 / 21</a:t>
            </a:r>
            <a:endParaRPr lang="en-US" sz="900" dirty="0"/>
          </a:p>
        </p:txBody>
      </p:sp>
      <p:pic>
        <p:nvPicPr>
          <p:cNvPr id="8" name="Image 1" descr="fig/G_benef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57" y="1828800"/>
            <a:ext cx="9521237" cy="2651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7548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475488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차별점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연속적 경로와 재심사 없는 사전확정 증액(정기특약은 만기·갱신 단절이 있다), 생애주기 목표 기반 자동 설계, 사망보험금 유동화 특약과의 연계 확장성.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MARKET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세그먼트와 설계 패턴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경쟁자는 "종신 주계약 + 정기특약" 조합이다. 차별점은 연속 경로·사전확정 증액·자동 설계·유동화 연계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10 / 21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세그먼트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형태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경쟁 상품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30대 맞벌이·영유아 자녀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고보장, 자녀 독립 후 감액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정기보험, 종신+정기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단체보험 보유 직장인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저보장, 퇴직 시점부터 증액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체증형 종신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자영업자·부채 보유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부채 잔액 연동 감액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경영인정기, 갱신 정기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50대 상속 준비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후기 증액 + 유동화 특약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유니버설 종신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20624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420624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차별점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5720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연속적 스케줄과 재심사 없는 사전확정 증액(정기특약은 만기·갱신 단절이 있다), 생애주기 목표 기반 자동 설계 UX, 사망보험금 유동화 특약과의 연계 확장성.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고민과 해결 방안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C6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계리 검토 · 상품 규격 · 규제 제약 · 재설계 규칙 · 로드맵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5120640"/>
            <a:ext cx="795528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ACTUARIAL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계리 검토: 산출은 문제가 아니다. 쟁점과 해결 방안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12 / 21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쟁점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역선택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계약자가 자기 건강 정보에 맞춰 특정 연령대에 보험금을 집중시킬 수 있다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언더라이팅 기준 = max S, 연 증가율 상한과 증액 종료 연령, 증액 경로는 청약 시 확정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준비금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후기 집중 스케줄은 준비금 누적이 빠르고 장수·금리 리스크 노출이 커진다. K-ICS 요구자본이 평준형보다 크다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요구자본 비용을 요율에 반영, 후기 배수 상한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 기준 금액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신계약비(α)는 기준보험금에 비례하는데 스케줄이 계약마다 다르다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기준보험금 = 초기 5년 고정 보험금, 표준해약공제도 같은 정의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축하금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생존급부가 들어가면 저축 성분이 생겨 보장성 판단·세제·설명의무가 달라진다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순수생존보험 블록으로 분리, 보장성보험 요건을 시스템 제약으로 내장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정기전환 옵션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 가치가 있으며 전환 후 요율과 준비금 이월 규칙이 필요하다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특약으로 분리하고 규칙을 사전 확정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규격 ①: 감액 자유·증액 제한의 비대칭 원칙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역선택은 증액에서만 발생한다. 감액은 언제든 허용하고 증액은 청약 시 확정한 스케줄만 인정한다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13 / 21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7830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보험금 고정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3500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 시 확정한 보험금을 5년간 유지한다. 역선택 대기기간의 역할을 한다.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7830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1636" y="17830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31636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17436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증액 경로 사전 확정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17436" y="23500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증액은 청약 시 정한 경로만 인정한다. 확정 경로 밖의 증액은 재고지 또는 재심사를 거친다.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3832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33832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5661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감액은 하한 안에서 자유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9502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초기 보험금의 20%를 하한으로 두고 그 위에서는 언제든 감액할 수 있다.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31636" y="33832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31636" y="33832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31636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917436" y="35661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 = max 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17436" y="39502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언더라이팅과 재정심사는 스케줄의 최대값을 기준으로 한다.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0749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50749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효과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5440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원칙은 신규 청약뿐 아니라 기존 계약 재설계에도 그대로 이어진다(재설계 후 5년 이내 연도는 감액만 허용).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규격 ②: 1년 블록 유형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블록 유형별 규정을 자동 적용한다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14 / 21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325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산식·처리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순수보장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 · qₓ₊ₜ · Sₓ₊ₜ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단위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생존급부(축하금)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vᵗ · ₜpₓ · Cₜ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생사혼합 블록은 "사망보장 + 순수생존보험"으로 분해하여 따로 평준화한다. 산식과 심사가 단순해진다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저해지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연도별 블록 속성이 아니라 계약 속성으로 처리. 납입기간 중 해약환급금 배율을 낮추는 대신 보험료를 낮춘다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5년 고정 구간에만 적용하고 이후 구간은 표준형으로 두는 절충안을 권고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1605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41605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6868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축하금 상한 규칙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5262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보장성보험 요건(생존 시 지급보험금 합계 ≤ 그 시점까지 납입한 보험료)을 시스템 제약으로 내장하면 현행 종신보험이 허용하는 수준이 자동으로 지켜진다. 보장성 세액공제와 설명의무도 이 선 안에서 유지된다.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2120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5212080"/>
            <a:ext cx="54864" cy="960120"/>
          </a:xfrm>
          <a:prstGeom prst="rect">
            <a:avLst/>
          </a:prstGeom>
          <a:solidFill>
            <a:srgbClr val="C2704A"/>
          </a:solidFill>
          <a:ln w="12700">
            <a:solidFill>
              <a:srgbClr val="C2704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68680" y="5321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27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저해지 결합 주의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55778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말 계리가정 가이드라인 이후 무·저해지 해지율 가정이 보수화되어 보험료 인하 폭이 작아졌다. 감액 자유 상품과 저해지를 전 구간에 결합하면 환급금 관련 민원이 생기기 쉽다.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REGULATION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규제·실무 제약: 제안서에서 정면으로 다룰 다섯 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15 / 21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39496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감독 스탠스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금감원은 체증형 종신보험에 대해 보험료가 비싸고 설명이 부족하다는 이유로 소비자경보를 발령한 바 있다. 설계 자유도가 높을수록 복잡한 상품으로 읽힌다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프리셋 중심 도입, 비교 화면을 설명의무 도구로 설계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기초서류 심사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산출방법서는 산식으로 정의할 수 있으나 심사관은 허용 범위(envelope)를 요구한다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증감률 한도, 최소·최대 배수, 증액 종료 연령, 최소 보험금을 규격에 명시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무·저해지 결합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해지 시 손실이 큰 구조와 결합하면 규제 리스크가 급증한다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표준형 환급 구조로 시작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계약관리 시스템이 계약별 스케줄 벡터를 저장하고 매년 준비금을 재계산해야 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유니버설·변액 인프라 보유사 우선 제안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수수료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보험금이 낮은 설계는 설계사 수수료가 낮아 대면채널 유인이 약하다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채널 전용 또는 수수료 기준 금액 별도 정의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규칙: 이월 기준과 보장 현가 보존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16 / 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3172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2024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이월 기준액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9514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납입을 계속하는 재설계: 준비금(계약자적립액) 이월. 미회수 신계약비는 잔여 납입에서 회수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납입을 중단하는 재설계: 해약환급금 이월(감액완납과 같은 기준)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신계약비는 부과하지 않고 소액 변경 수수료 또는 유지비만 반영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1636" y="1783080"/>
            <a:ext cx="5317236" cy="233172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4516" y="192024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역선택 통제: 보장 현가 보존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2240280"/>
            <a:ext cx="49514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재설계를 등가 교환으로 정의하면 위험 총량이 늘지 않으므로 재심사가 필요 없다. 시점 재배분의 역선택을 막기 위해 두 조건을 함께 둔다.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동일 기초율로 PV(신 스케줄) ≤ PV(구 스케줄)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재설계 후 5년 이내 연도는 기존 이하로만 변경, 증액은 6년째 이후 연도에만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34340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453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운영 규칙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091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관리, 재설계 횟수 제한(예: 연 1회), 최소 보험금 하한. 재설계 옵션 행사율 가정을 요율과 BEL에 반영한다.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규칙: 기초율과 회계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17 / 21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유의점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상품 안에서의 재설계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원계약 기초율(예정이율·위험률) 유지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약관에 재설계 옵션을 처음부터 내재시키면 IFRS17상 계약 수정이 아니라 계약 조건 내 옵션 행사로 처리할 여지가 생기고, 계약 소멸·재인식 없이 CSM 조정으로 끝날 수 있다. 인가 단계에서 회계팀과 합의 필요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종신에서의 전환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전환특약(제도성특약) 형태, 대개 신상품 기초율 적용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과거 고금리 확정형 계약은 예정이율이 낮아지면 같은 준비금으로 살 수 있는 보장이 크게 줄어든다. 원계약 유지 시나리오를 병렬로 보여 주어야 하며 이는 소비자보호 요건이기도 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7548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4754880"/>
            <a:ext cx="54864" cy="960120"/>
          </a:xfrm>
          <a:prstGeom prst="rect">
            <a:avLst/>
          </a:prstGeom>
          <a:solidFill>
            <a:srgbClr val="C2704A"/>
          </a:solidFill>
          <a:ln w="12700">
            <a:solidFill>
              <a:srgbClr val="C270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27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과거 사례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고금리 계약 전환 유도가 민원과 감독 지적을 받았던 이력이 있다. 비교 화면에서 기초율 차이로 인한 손실을 금액으로 표시한다.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POLICYHOLDER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효율성: 보험료 예산에 보장 경로를 맞추는 구조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현행은 회사가 정한 보험금에 계약자가 보험료를 맞추고, 설계형은 계약자가 정한 예산에 보험금 경로를 맞춘다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18 / 21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역산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892808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ä가 고정이므로 스케줄을 비례 조정하면 보험료가 선형으로 움직인다. 월 보험료를 입력하면 실현 가능한 경로가 즉시 나온다.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569464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752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중복보장 제거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679192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단체보험·기존 정기가 있는 기간은 낮게, 소멸 이후는 높게 설계하여 이중 보험료를 없앤다.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355848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538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마찰비용 회피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3465576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설계된 감액에는 중도 감액의 사업비 손실이 없다. 갱신형 정기의 고령기 보험료 급등도 피한다.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142232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유지율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4251960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보험료가 소득 흐름과 맞으면 해지 유인이 줄고, 회사에도 CSM 안정과 사업비 회수로 돌아온다.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928616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111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가능성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2926080" y="5038344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예산에서 평준형·종신+정기·설계형의 보험금 현가와 환급금을 나란히 보여 준다.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비교(예: 40세 남자, 자녀 20세까지 3억 이후 5천만원 vs 평준형 3억)는 위험률표를 넣은 엔진에서 계산하며 이 자료에서는 수치를 추정하지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로드맵: 인가 가능성과 시스템 부담을 함께 낮추는 순서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19 / 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453384" cy="356616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828800"/>
            <a:ext cx="3453384" cy="5029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1단계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 최소 구성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프리셋 스케줄 5~6종(자녀연령형·부채상환형·은퇴증액형 등) + 제한된 커스텀 구간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표준형 환급 구조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고정과 비대칭 원칙 내장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093464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67784" y="1828800"/>
            <a:ext cx="34533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67784" y="1828800"/>
            <a:ext cx="3453384" cy="5029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50664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2단계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50664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확장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50664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정기전환 특약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납입면제 특약(기개발 특약 적용)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사망보험금 유동화 연계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상품 내 재설계 옵션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21168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95488" y="1828800"/>
            <a:ext cx="34533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95488" y="1828800"/>
            <a:ext cx="3453384" cy="5029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78368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3단계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78368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개방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78368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커스텀 스케줄을 디지털 채널 전용으로 개방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종신보험 전환특약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앱 개발 단계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14 + Supabase + Vercel, 계산 엔진은 순수 TypeScript 함수로 클라이언트에서 즉시 재계산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20 / 21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029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128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프리셋 + 계산 엔진 + Excel 검산 시트(계리 검증용)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24871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944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1272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엔진, 시나리오 비교 패널, 기존 보장 입력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34015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416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모드(기존 계약 입력 → 예산 산출 → 재설계 캔버스 → 비교)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4400" y="43159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9560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회사별 기초율 업로드, 인가 문서 자동 산출, 사업비·준비금 민감도 분석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40080" y="55321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" y="55321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8680" y="5641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검증 원칙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8978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가정값을 코드에 하드코딩하지 않고 가정 시트를 참조한다. 산출 결과는 Excel 검산과 대조한 뒤 배포한다.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결론과 다음 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1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21 / 21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상품은 계리적으로 새로운 상품이 아니라 보험금 스케줄을 계약자에게 돌려주는 운영 방식이다.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 자유·증액 제한의 비대칭 원칙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35858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018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보험금 고정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1636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68796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보장성보험 요건의 시스템 내장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027414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64574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 현가 보존 규칙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840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장치로 역선택과 규제 리스크를 통제한다.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3891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43891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단계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7548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계산 엔진 명세(입출력 변수·산식·제약 검증 규칙·검증 케이스) 작성  ② Excel 검산 파일 작성  ③ 프리셋 스케줄 5~6종 정의  ④ 보험사 제안서 초안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설계형 종신보험 검토 — 제안 자료</dc:title>
  <dc:subject>PptxGenJS Presentation</dc:subject>
  <dc:creator>tkLeen</dc:creator>
  <cp:lastModifiedBy>tkLeen</cp:lastModifiedBy>
  <cp:revision>1</cp:revision>
  <dcterms:created xsi:type="dcterms:W3CDTF">2026-09-09T22:43:42Z</dcterms:created>
  <dcterms:modified xsi:type="dcterms:W3CDTF">2026-09-09T22:43:42Z</dcterms:modified>
</cp:coreProperties>
</file>